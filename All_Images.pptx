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60" r:id="rId5"/>
    <p:sldId id="266" r:id="rId6"/>
    <p:sldId id="259" r:id="rId7"/>
    <p:sldId id="265" r:id="rId8"/>
    <p:sldId id="263" r:id="rId9"/>
    <p:sldId id="267" r:id="rId10"/>
    <p:sldId id="268" r:id="rId11"/>
    <p:sldId id="261" r:id="rId12"/>
    <p:sldId id="262" r:id="rId13"/>
    <p:sldId id="264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6" r:id="rId29"/>
    <p:sldId id="287" r:id="rId30"/>
    <p:sldId id="288" r:id="rId31"/>
    <p:sldId id="289" r:id="rId32"/>
    <p:sldId id="290" r:id="rId33"/>
    <p:sldId id="291" r:id="rId3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A7405A2-7A3A-4A29-9611-2AA0CD038781}">
          <p14:sldIdLst>
            <p14:sldId id="258"/>
            <p14:sldId id="256"/>
            <p14:sldId id="257"/>
            <p14:sldId id="260"/>
          </p14:sldIdLst>
        </p14:section>
        <p14:section name="5 Coronas" id="{74ECCFBF-4340-43B6-B601-C7922DD38E14}">
          <p14:sldIdLst>
            <p14:sldId id="266"/>
            <p14:sldId id="259"/>
            <p14:sldId id="265"/>
          </p14:sldIdLst>
        </p14:section>
        <p14:section name="7 resturant" id="{76C8E1F0-D09D-4501-95BB-8C0F27BA5E5F}">
          <p14:sldIdLst>
            <p14:sldId id="263"/>
            <p14:sldId id="267"/>
            <p14:sldId id="268"/>
            <p14:sldId id="261"/>
            <p14:sldId id="262"/>
            <p14:sldId id="264"/>
          </p14:sldIdLst>
        </p14:section>
        <p14:section name="3 party" id="{33ECC917-D003-4C8D-B314-F6C1EF0E6348}">
          <p14:sldIdLst>
            <p14:sldId id="269"/>
            <p14:sldId id="270"/>
            <p14:sldId id="271"/>
          </p14:sldIdLst>
        </p14:section>
        <p14:section name="4 picnic" id="{0CC85976-30BF-41B8-8E43-DF9625F65B10}">
          <p14:sldIdLst>
            <p14:sldId id="273"/>
            <p14:sldId id="274"/>
            <p14:sldId id="275"/>
          </p14:sldIdLst>
        </p14:section>
        <p14:section name="6 birthday" id="{3E964B18-77E1-4883-936B-DCE1F26F8A41}">
          <p14:sldIdLst>
            <p14:sldId id="276"/>
            <p14:sldId id="277"/>
            <p14:sldId id="278"/>
          </p14:sldIdLst>
        </p14:section>
        <p14:section name="0 pool" id="{1845B007-4746-49B9-9330-8245D46FD955}">
          <p14:sldIdLst>
            <p14:sldId id="279"/>
          </p14:sldIdLst>
        </p14:section>
        <p14:section name="1 mall" id="{A7B3BECE-AE37-4031-B0E2-C9D8F79AF799}">
          <p14:sldIdLst>
            <p14:sldId id="280"/>
            <p14:sldId id="281"/>
            <p14:sldId id="282"/>
          </p14:sldIdLst>
        </p14:section>
        <p14:section name="6 fruit market" id="{FCDAF36C-7660-4FB4-9A6B-73A8203A610F}">
          <p14:sldIdLst>
            <p14:sldId id="283"/>
            <p14:sldId id="286"/>
            <p14:sldId id="287"/>
          </p14:sldIdLst>
        </p14:section>
        <p14:section name="0 museum" id="{3691B875-0B2F-47A7-B0AC-3FBBAAD1D631}">
          <p14:sldIdLst>
            <p14:sldId id="288"/>
          </p14:sldIdLst>
        </p14:section>
        <p14:section name="2 theater" id="{0B108753-6404-4FDA-B5C4-CCEC3DAB139F}">
          <p14:sldIdLst>
            <p14:sldId id="289"/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636F4-DE63-4240-B14E-12CC03D68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6BD234-A10F-4798-B8E9-3300C1D1C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31DFD-2CE0-493E-BDD7-6DD87249F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FB96-4FC6-46DE-AD8F-9BCBCB9583F4}" type="datetimeFigureOut">
              <a:rPr lang="en-IL" smtClean="0"/>
              <a:t>29/08/2020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88AF2-4D98-49A5-B421-348FC90C4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7E5D-D587-498C-A62A-341DF7918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79DE-A2AA-41CE-9505-0F77B85C51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52980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AC43-FC06-417A-92AF-EE8DAAB2E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619AF-3375-4E17-981A-2C0E799AC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D914E-3BAF-44ED-A936-E17A51C6D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FB96-4FC6-46DE-AD8F-9BCBCB9583F4}" type="datetimeFigureOut">
              <a:rPr lang="en-IL" smtClean="0"/>
              <a:t>29/08/2020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64667-D5DF-49DD-B7E3-43440D6FC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0DD07-BF88-47CA-8DFF-F7C26B78D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79DE-A2AA-41CE-9505-0F77B85C51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29468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79073-E99A-492D-A3B8-5577B3F46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98EBC-AF52-4980-8869-43EF3FB00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246D2-35BD-4E71-8FD8-AE09605E0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FB96-4FC6-46DE-AD8F-9BCBCB9583F4}" type="datetimeFigureOut">
              <a:rPr lang="en-IL" smtClean="0"/>
              <a:t>29/08/2020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400D8-2B96-47ED-B015-0A2CE986E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B6CCC-8BBA-47E7-9FA8-47CF06F2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79DE-A2AA-41CE-9505-0F77B85C51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95509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09A9C-6BEB-45B3-89D3-F870427BB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7607C-15A9-4F6F-8E34-C3B8D34A7E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9C6B2-3F80-475A-8BE4-F9A946A4B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18EEC-B5A9-48B9-9328-806DB38E7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FB96-4FC6-46DE-AD8F-9BCBCB9583F4}" type="datetimeFigureOut">
              <a:rPr lang="en-IL" smtClean="0"/>
              <a:t>29/08/2020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AB412-5111-4F0B-97B2-98FA3EE86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77B14-5D1F-48AF-B0DC-D14030C55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79DE-A2AA-41CE-9505-0F77B85C51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40723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F8C29-3799-4DE9-B78C-97F9E185D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AAE0C-1514-43F6-86CA-6EA5A3B87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F97AF8-0DCB-48A5-A2A4-85EFCA11F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83FF34-9DCC-4CF5-AA31-FF184FF7E2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3147C4-C7AD-4430-A37C-F2E838258D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5ACB28-1DCA-4502-A1E1-DA2E0C958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FB96-4FC6-46DE-AD8F-9BCBCB9583F4}" type="datetimeFigureOut">
              <a:rPr lang="en-IL" smtClean="0"/>
              <a:t>29/08/2020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F5A97B-F14C-450B-B198-8C6C50CCB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41AD86-53EB-494B-B15A-8D93FA0B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79DE-A2AA-41CE-9505-0F77B85C51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9759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8828C-168A-4DC6-8E5C-6E8194CF9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49ECE-6E32-4DC3-AD63-BFE7F274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FB96-4FC6-46DE-AD8F-9BCBCB9583F4}" type="datetimeFigureOut">
              <a:rPr lang="en-IL" smtClean="0"/>
              <a:t>29/08/2020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874DD-96B4-44E2-A896-27FE6415F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49C4D8-81DF-4BC6-8C78-F24BA2015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79DE-A2AA-41CE-9505-0F77B85C51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03758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D5B8BF-134D-4DC5-AF76-198429539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FB96-4FC6-46DE-AD8F-9BCBCB9583F4}" type="datetimeFigureOut">
              <a:rPr lang="en-IL" smtClean="0"/>
              <a:t>29/08/2020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474C41-4314-4786-912F-F77BFBE24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886C1-07A0-415B-BF54-2337A8793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79DE-A2AA-41CE-9505-0F77B85C51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138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DDC21-0972-4FED-B507-153288207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C0DBC-A865-4214-AFDD-D89E680F4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DBD2D-3D8C-49E0-B16B-D495A45C2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55DF36-D746-4C5C-8B25-8DB7FBB0B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FB96-4FC6-46DE-AD8F-9BCBCB9583F4}" type="datetimeFigureOut">
              <a:rPr lang="en-IL" smtClean="0"/>
              <a:t>29/08/2020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D1151-8CB7-463E-BAB5-A57A955DD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ED67A-2B9C-4C01-8D36-C5B1F3356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79DE-A2AA-41CE-9505-0F77B85C51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1738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FDE46-4DFB-4FEB-8F14-14D28DD1E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463FC5-CE06-457B-9306-504F9215FD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9138C3-848A-433B-BB15-FDDA9AD21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E4338-F6E0-4BC1-B3C1-B86D6FAE8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FB96-4FC6-46DE-AD8F-9BCBCB9583F4}" type="datetimeFigureOut">
              <a:rPr lang="en-IL" smtClean="0"/>
              <a:t>29/08/2020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F1BC6-A2A2-41CF-A8A9-DF4A68A6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8B484-656F-4F7E-B199-19BE9B1B0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79DE-A2AA-41CE-9505-0F77B85C51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0331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FF4B0-1812-40A3-B3A2-3DEEBB89D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2BBDC0-5608-4565-90FE-B2E8F0870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8E30A-B058-4066-B697-556C2D13E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FB96-4FC6-46DE-AD8F-9BCBCB9583F4}" type="datetimeFigureOut">
              <a:rPr lang="en-IL" smtClean="0"/>
              <a:t>29/08/2020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C69F0-44C2-4A40-9ED6-FC26E353D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C8B5B-A2EB-4F23-8FE1-78223C7EB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79DE-A2AA-41CE-9505-0F77B85C51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73730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BE220D-3F65-4A6F-AC71-43B211A530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AC38BA-91DF-4D3B-864D-749B1E9D0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2376A-7764-41CB-9A29-0D4BF5A92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FB96-4FC6-46DE-AD8F-9BCBCB9583F4}" type="datetimeFigureOut">
              <a:rPr lang="en-IL" smtClean="0"/>
              <a:t>29/08/2020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12E11-4E4F-4AE8-97BB-0C8262547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376E3-D177-47EC-97CB-8B3FD0CA4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79DE-A2AA-41CE-9505-0F77B85C51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118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BAA7F1-3AE2-4DED-B366-097A0C02A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B66FE-59D9-4DE6-8190-E0371FFC8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A3439-8258-4740-80D8-C601BA4978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1FB96-4FC6-46DE-AD8F-9BCBCB9583F4}" type="datetimeFigureOut">
              <a:rPr lang="en-IL" smtClean="0"/>
              <a:t>29/08/2020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37596-6438-41CD-B65E-795B851E0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25CD2-99BE-46A3-BA2E-1926A65FED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B79DE-A2AA-41CE-9505-0F77B85C51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47638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AF84F-A638-4B66-AAB5-19DD3536D9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9E7A3-4BC9-46B3-B0D0-8AFE8D0110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7B6290-EAC1-4023-BC67-70DA36728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239BCE-E0AA-4430-9267-05623FCC772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207" y="5349875"/>
            <a:ext cx="646069" cy="105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301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AF84F-A638-4B66-AAB5-19DD3536D9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9E7A3-4BC9-46B3-B0D0-8AFE8D0110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7B6290-EAC1-4023-BC67-70DA36728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239BCE-E0AA-4430-9267-05623FCC772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207" y="5349875"/>
            <a:ext cx="646069" cy="105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41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AF84F-A638-4B66-AAB5-19DD3536D9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9E7A3-4BC9-46B3-B0D0-8AFE8D0110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7B6290-EAC1-4023-BC67-70DA36728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239BCE-E0AA-4430-9267-05623FCC772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207" y="5349875"/>
            <a:ext cx="646069" cy="105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85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AF84F-A638-4B66-AAB5-19DD3536D9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9E7A3-4BC9-46B3-B0D0-8AFE8D0110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7B6290-EAC1-4023-BC67-70DA36728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239BCE-E0AA-4430-9267-05623FCC772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207" y="5349875"/>
            <a:ext cx="646069" cy="1050359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EEBBE6C-29A2-4062-9B2C-8C87C69DA158}"/>
              </a:ext>
            </a:extLst>
          </p:cNvPr>
          <p:cNvSpPr/>
          <p:nvPr/>
        </p:nvSpPr>
        <p:spPr>
          <a:xfrm>
            <a:off x="3977196" y="5257800"/>
            <a:ext cx="2041864" cy="1427085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28155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AF84F-A638-4B66-AAB5-19DD3536D9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9E7A3-4BC9-46B3-B0D0-8AFE8D0110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7B6290-EAC1-4023-BC67-70DA36728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239BCE-E0AA-4430-9267-05623FCC772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207" y="5349875"/>
            <a:ext cx="646069" cy="10503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CBC6F1-5FB7-4632-91DA-6CC511C667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302" y="5007540"/>
            <a:ext cx="646069" cy="10503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A8464E-106E-4C8B-AE0F-841E1399DA3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729" y="1317122"/>
            <a:ext cx="646069" cy="10503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3DD52E-3D27-45BB-98B2-530FE77287D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172" y="4207441"/>
            <a:ext cx="646069" cy="10503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443DA6-2C7C-47D4-8D8A-541F18DC651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953" y="2878931"/>
            <a:ext cx="463818" cy="75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370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AF84F-A638-4B66-AAB5-19DD3536D9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9E7A3-4BC9-46B3-B0D0-8AFE8D0110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7B6290-EAC1-4023-BC67-70DA36728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239BCE-E0AA-4430-9267-05623FCC772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207" y="5349875"/>
            <a:ext cx="646069" cy="10503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CBC6F1-5FB7-4632-91DA-6CC511C667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302" y="5007540"/>
            <a:ext cx="646069" cy="10503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A8464E-106E-4C8B-AE0F-841E1399DA3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729" y="1317122"/>
            <a:ext cx="646069" cy="10503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3DD52E-3D27-45BB-98B2-530FE77287D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172" y="4207441"/>
            <a:ext cx="646069" cy="10503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443DA6-2C7C-47D4-8D8A-541F18DC651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953" y="2878931"/>
            <a:ext cx="463818" cy="75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710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AF84F-A638-4B66-AAB5-19DD3536D9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9E7A3-4BC9-46B3-B0D0-8AFE8D0110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7B6290-EAC1-4023-BC67-70DA36728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239BCE-E0AA-4430-9267-05623FCC772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207" y="5349875"/>
            <a:ext cx="646069" cy="10503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CBC6F1-5FB7-4632-91DA-6CC511C667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302" y="5007540"/>
            <a:ext cx="646069" cy="10503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A8464E-106E-4C8B-AE0F-841E1399DA3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729" y="1317122"/>
            <a:ext cx="646069" cy="10503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3DD52E-3D27-45BB-98B2-530FE77287D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172" y="4207441"/>
            <a:ext cx="646069" cy="10503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443DA6-2C7C-47D4-8D8A-541F18DC651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953" y="2878931"/>
            <a:ext cx="463818" cy="754061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4E088E0-D043-4E3A-B971-2717F0DBBE80}"/>
              </a:ext>
            </a:extLst>
          </p:cNvPr>
          <p:cNvSpPr/>
          <p:nvPr/>
        </p:nvSpPr>
        <p:spPr>
          <a:xfrm>
            <a:off x="4091009" y="4436324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787F978-0CED-4D47-8332-1EBE93A86C94}"/>
              </a:ext>
            </a:extLst>
          </p:cNvPr>
          <p:cNvSpPr/>
          <p:nvPr/>
        </p:nvSpPr>
        <p:spPr>
          <a:xfrm>
            <a:off x="4435814" y="5647162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DD05404-E1B9-48F5-B68B-AFFFAD01CF35}"/>
              </a:ext>
            </a:extLst>
          </p:cNvPr>
          <p:cNvSpPr/>
          <p:nvPr/>
        </p:nvSpPr>
        <p:spPr>
          <a:xfrm>
            <a:off x="7803480" y="5317066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3D4E770-6B6C-4C4D-B111-192D317E3631}"/>
              </a:ext>
            </a:extLst>
          </p:cNvPr>
          <p:cNvSpPr/>
          <p:nvPr/>
        </p:nvSpPr>
        <p:spPr>
          <a:xfrm>
            <a:off x="9947435" y="2878931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8C80D91-1689-464F-80D3-4F1C1AB9D22A}"/>
              </a:ext>
            </a:extLst>
          </p:cNvPr>
          <p:cNvSpPr/>
          <p:nvPr/>
        </p:nvSpPr>
        <p:spPr>
          <a:xfrm>
            <a:off x="6026336" y="1511881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71766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302A3-37D8-42E4-A2C1-AD08F84FD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CBD2A51-2FCF-4ED8-B905-2AAC74EF97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" y="365125"/>
            <a:ext cx="12185780" cy="609289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C3E510-34BD-4AA7-850D-B72FF52E584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086" y="5125562"/>
            <a:ext cx="657140" cy="10683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2CAD30-EC39-4FD1-A894-0C83CF83442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9273" y="2471817"/>
            <a:ext cx="657140" cy="10683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2AA0B9-6346-41A7-94B3-F5F8C376D11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799" y="1884783"/>
            <a:ext cx="426461" cy="6933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386B43-C53E-4B36-AB4A-9E2457054CE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823" y="3239324"/>
            <a:ext cx="496403" cy="8070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D1B3D8-DAB0-4C4E-A366-E2E8BAD213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188" y="4534286"/>
            <a:ext cx="727381" cy="11825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EB49CA-3349-44A0-AF22-C9B67E8367C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144" y="3167124"/>
            <a:ext cx="585222" cy="951434"/>
          </a:xfrm>
          <a:prstGeom prst="flowChartOnlineStorage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9A0EE1-F57D-4DC0-B9FA-1EA296D38D1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0866" y="2409814"/>
            <a:ext cx="324415" cy="52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856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302A3-37D8-42E4-A2C1-AD08F84FD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CBD2A51-2FCF-4ED8-B905-2AAC74EF97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" y="365125"/>
            <a:ext cx="12185780" cy="609289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C3E510-34BD-4AA7-850D-B72FF52E584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086" y="5125562"/>
            <a:ext cx="657140" cy="10683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2CAD30-EC39-4FD1-A894-0C83CF83442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9273" y="2471817"/>
            <a:ext cx="657140" cy="10683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2AA0B9-6346-41A7-94B3-F5F8C376D11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799" y="1884783"/>
            <a:ext cx="426461" cy="6933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386B43-C53E-4B36-AB4A-9E2457054CE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823" y="3239324"/>
            <a:ext cx="496403" cy="8070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D1B3D8-DAB0-4C4E-A366-E2E8BAD213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188" y="4534286"/>
            <a:ext cx="727381" cy="11825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EB49CA-3349-44A0-AF22-C9B67E8367C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144" y="3167124"/>
            <a:ext cx="585222" cy="951434"/>
          </a:xfrm>
          <a:prstGeom prst="flowChartOnlineStorage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EDCF01-011C-4958-B6FD-C2A9B8E07B4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0866" y="2409814"/>
            <a:ext cx="324415" cy="52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914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302A3-37D8-42E4-A2C1-AD08F84FD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CBD2A51-2FCF-4ED8-B905-2AAC74EF97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" y="365125"/>
            <a:ext cx="12185780" cy="609289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C3E510-34BD-4AA7-850D-B72FF52E584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086" y="5125562"/>
            <a:ext cx="657140" cy="10683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2CAD30-EC39-4FD1-A894-0C83CF83442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9273" y="2471817"/>
            <a:ext cx="657140" cy="10683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2AA0B9-6346-41A7-94B3-F5F8C376D11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799" y="1884783"/>
            <a:ext cx="426461" cy="6933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386B43-C53E-4B36-AB4A-9E2457054CE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823" y="3239324"/>
            <a:ext cx="496403" cy="8070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D1B3D8-DAB0-4C4E-A366-E2E8BAD213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188" y="4534286"/>
            <a:ext cx="727381" cy="11825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EB49CA-3349-44A0-AF22-C9B67E8367C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144" y="3167124"/>
            <a:ext cx="585222" cy="951434"/>
          </a:xfrm>
          <a:prstGeom prst="flowChartOnlineStorage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EDCF01-011C-4958-B6FD-C2A9B8E07B4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0866" y="2409814"/>
            <a:ext cx="324415" cy="52742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CC96BEA9-5FF0-4616-A879-AD7A02C2FD1D}"/>
              </a:ext>
            </a:extLst>
          </p:cNvPr>
          <p:cNvSpPr/>
          <p:nvPr/>
        </p:nvSpPr>
        <p:spPr>
          <a:xfrm>
            <a:off x="1182229" y="5275607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DFAF10D-6097-4EC1-94ED-DB3D8C1243C1}"/>
              </a:ext>
            </a:extLst>
          </p:cNvPr>
          <p:cNvSpPr/>
          <p:nvPr/>
        </p:nvSpPr>
        <p:spPr>
          <a:xfrm>
            <a:off x="1262597" y="3312335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5B44A5A-82DB-46CE-B114-474AA4E52F15}"/>
              </a:ext>
            </a:extLst>
          </p:cNvPr>
          <p:cNvSpPr/>
          <p:nvPr/>
        </p:nvSpPr>
        <p:spPr>
          <a:xfrm>
            <a:off x="5940328" y="3312335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AAC8FEC-E3B3-42E3-A2EA-F72B66C6D201}"/>
              </a:ext>
            </a:extLst>
          </p:cNvPr>
          <p:cNvSpPr/>
          <p:nvPr/>
        </p:nvSpPr>
        <p:spPr>
          <a:xfrm>
            <a:off x="8353451" y="4812661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B728ECC-4115-46E0-9F91-2607EF92EA34}"/>
              </a:ext>
            </a:extLst>
          </p:cNvPr>
          <p:cNvSpPr/>
          <p:nvPr/>
        </p:nvSpPr>
        <p:spPr>
          <a:xfrm>
            <a:off x="10307416" y="2787155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B78CE6-D455-4F3A-B481-C35B288BA835}"/>
              </a:ext>
            </a:extLst>
          </p:cNvPr>
          <p:cNvSpPr/>
          <p:nvPr/>
        </p:nvSpPr>
        <p:spPr>
          <a:xfrm>
            <a:off x="6751850" y="1939826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BCB8F8D-524F-46AF-BBB8-F3CE4724C5AB}"/>
              </a:ext>
            </a:extLst>
          </p:cNvPr>
          <p:cNvSpPr/>
          <p:nvPr/>
        </p:nvSpPr>
        <p:spPr>
          <a:xfrm>
            <a:off x="3361443" y="2261975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8433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302A3-37D8-42E4-A2C1-AD08F84FD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CBD2A51-2FCF-4ED8-B905-2AAC74EF97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" y="365125"/>
            <a:ext cx="12185780" cy="609289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C3E510-34BD-4AA7-850D-B72FF52E584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086" y="5125562"/>
            <a:ext cx="657140" cy="106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67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302A3-37D8-42E4-A2C1-AD08F84FD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CBD2A51-2FCF-4ED8-B905-2AAC74EF97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" y="365125"/>
            <a:ext cx="12185780" cy="609289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C3E510-34BD-4AA7-850D-B72FF52E584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086" y="5125562"/>
            <a:ext cx="657140" cy="106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432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302A3-37D8-42E4-A2C1-AD08F84FD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CBD2A51-2FCF-4ED8-B905-2AAC74EF97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" y="365125"/>
            <a:ext cx="12185780" cy="609289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C3E510-34BD-4AA7-850D-B72FF52E584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086" y="5125562"/>
            <a:ext cx="657140" cy="106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670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DEB1E-BA72-466C-8DCB-A978A44EC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CC7A6B-4844-4D2F-99C8-F24A5379B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E783FF-A4CE-4350-A8B3-9A5938225BD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215" y="4581330"/>
            <a:ext cx="615111" cy="10000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9AF386-3D12-4FB6-818F-DAA1BEF68D8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127" y="3776391"/>
            <a:ext cx="550848" cy="8955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5F6964-2E7B-4FE5-AC97-B1B05FD6B9B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4612" y="3060959"/>
            <a:ext cx="452760" cy="73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830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DEB1E-BA72-466C-8DCB-A978A44EC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CC7A6B-4844-4D2F-99C8-F24A5379B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E783FF-A4CE-4350-A8B3-9A5938225BD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215" y="4581330"/>
            <a:ext cx="615111" cy="10000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9AF386-3D12-4FB6-818F-DAA1BEF68D8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127" y="3776391"/>
            <a:ext cx="550848" cy="8955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5F6964-2E7B-4FE5-AC97-B1B05FD6B9B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4612" y="3060959"/>
            <a:ext cx="452760" cy="73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574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DEB1E-BA72-466C-8DCB-A978A44EC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CC7A6B-4844-4D2F-99C8-F24A5379B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E783FF-A4CE-4350-A8B3-9A5938225BD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215" y="4581330"/>
            <a:ext cx="615111" cy="10000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9AF386-3D12-4FB6-818F-DAA1BEF68D8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127" y="3776391"/>
            <a:ext cx="550848" cy="8955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5F6964-2E7B-4FE5-AC97-B1B05FD6B9B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4612" y="3060959"/>
            <a:ext cx="452760" cy="736082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8F80936-B885-48BB-8F8B-E4682B277674}"/>
              </a:ext>
            </a:extLst>
          </p:cNvPr>
          <p:cNvSpPr/>
          <p:nvPr/>
        </p:nvSpPr>
        <p:spPr>
          <a:xfrm>
            <a:off x="1123343" y="4777151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FA61329-BD9A-4415-822B-A87878D2DAD1}"/>
              </a:ext>
            </a:extLst>
          </p:cNvPr>
          <p:cNvSpPr/>
          <p:nvPr/>
        </p:nvSpPr>
        <p:spPr>
          <a:xfrm>
            <a:off x="2760124" y="3871629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EF8F6EB-A1A6-4DB9-8C51-069A0AB55B13}"/>
              </a:ext>
            </a:extLst>
          </p:cNvPr>
          <p:cNvSpPr/>
          <p:nvPr/>
        </p:nvSpPr>
        <p:spPr>
          <a:xfrm>
            <a:off x="6760565" y="3035291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5134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FA7D-93B8-430D-9461-2052A4DF7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EE4BF69-C266-430D-9A82-4555C80AC3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78"/>
            <a:ext cx="12192001" cy="685800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9D976A-1D22-4D9A-BBE3-A3F0F08489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157" y="67264"/>
            <a:ext cx="447715" cy="7278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53607B-1373-4AFD-A57E-049E7D51D2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4495" y="172098"/>
            <a:ext cx="339548" cy="5520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262037-96D0-4CEC-AD58-5767CCCF16D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760" y="3775590"/>
            <a:ext cx="550848" cy="8955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9A609D-4E79-4C7D-A840-A77BCCB38A5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430" y="1774477"/>
            <a:ext cx="550848" cy="8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863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FA7D-93B8-430D-9461-2052A4DF7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EE4BF69-C266-430D-9A82-4555C80AC3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78"/>
            <a:ext cx="12192001" cy="685800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9D976A-1D22-4D9A-BBE3-A3F0F08489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157" y="67264"/>
            <a:ext cx="447715" cy="7278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53607B-1373-4AFD-A57E-049E7D51D2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4495" y="172098"/>
            <a:ext cx="339548" cy="5520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262037-96D0-4CEC-AD58-5767CCCF16D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760" y="3775590"/>
            <a:ext cx="550848" cy="8955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9A609D-4E79-4C7D-A840-A77BCCB38A5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430" y="1774477"/>
            <a:ext cx="550848" cy="8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861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FA7D-93B8-430D-9461-2052A4DF7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EE4BF69-C266-430D-9A82-4555C80AC3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78"/>
            <a:ext cx="12192001" cy="685800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9D976A-1D22-4D9A-BBE3-A3F0F08489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157" y="67264"/>
            <a:ext cx="447715" cy="7278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53607B-1373-4AFD-A57E-049E7D51D2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4495" y="172098"/>
            <a:ext cx="339548" cy="5520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262037-96D0-4CEC-AD58-5767CCCF16D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760" y="3775590"/>
            <a:ext cx="550848" cy="8955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9A609D-4E79-4C7D-A840-A77BCCB38A5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430" y="1774477"/>
            <a:ext cx="550848" cy="89555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CF4A18D-CD0B-462F-8B29-42667D0AB6F4}"/>
              </a:ext>
            </a:extLst>
          </p:cNvPr>
          <p:cNvSpPr/>
          <p:nvPr/>
        </p:nvSpPr>
        <p:spPr>
          <a:xfrm>
            <a:off x="1262757" y="3907140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C6AA090-81A0-487A-B011-E461D742E7DC}"/>
              </a:ext>
            </a:extLst>
          </p:cNvPr>
          <p:cNvSpPr/>
          <p:nvPr/>
        </p:nvSpPr>
        <p:spPr>
          <a:xfrm>
            <a:off x="3353642" y="67264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72A69EF-95AB-4CC2-9D4E-98057B754C80}"/>
              </a:ext>
            </a:extLst>
          </p:cNvPr>
          <p:cNvSpPr/>
          <p:nvPr/>
        </p:nvSpPr>
        <p:spPr>
          <a:xfrm>
            <a:off x="3922014" y="0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0BEC602-225D-42FC-8F2B-C134F4DD21C0}"/>
              </a:ext>
            </a:extLst>
          </p:cNvPr>
          <p:cNvSpPr/>
          <p:nvPr/>
        </p:nvSpPr>
        <p:spPr>
          <a:xfrm>
            <a:off x="4869720" y="1883715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06877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58B0B-B894-4857-91C6-45D56F6FB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88C7C8-3E37-42CE-9887-49D97A660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5FB970-F679-4414-BE2D-EAA489EA851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130" y="3158791"/>
            <a:ext cx="649016" cy="10551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C76068-A49F-46C0-98A1-737C3A4BA78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631" y="2816378"/>
            <a:ext cx="512167" cy="8326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4D991F-9E1D-4034-BDC3-6F8B171DFB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50" y="2853701"/>
            <a:ext cx="512167" cy="8326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273891-4A7F-4C9F-900A-892990EB7F5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980" y="3686365"/>
            <a:ext cx="1700772" cy="27650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57C617-B17B-4DEE-BBF2-373A04983E3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075" y="2789561"/>
            <a:ext cx="512167" cy="8326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9C13FB-2094-490F-A50F-44790A6FB3D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691" y="1437527"/>
            <a:ext cx="579926" cy="94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5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58B0B-B894-4857-91C6-45D56F6FB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88C7C8-3E37-42CE-9887-49D97A660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5FB970-F679-4414-BE2D-EAA489EA851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130" y="3158791"/>
            <a:ext cx="649016" cy="10551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C76068-A49F-46C0-98A1-737C3A4BA78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631" y="2816378"/>
            <a:ext cx="512167" cy="8326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4D991F-9E1D-4034-BDC3-6F8B171DFB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50" y="2853701"/>
            <a:ext cx="512167" cy="8326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273891-4A7F-4C9F-900A-892990EB7F5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980" y="3686365"/>
            <a:ext cx="1700772" cy="27650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2EFD79-D696-425B-9EFC-1730DF9DD2E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075" y="2789561"/>
            <a:ext cx="512167" cy="8326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AEDCF7-4D60-425B-9F50-84D4557555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691" y="1437527"/>
            <a:ext cx="579926" cy="94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246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58B0B-B894-4857-91C6-45D56F6FB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88C7C8-3E37-42CE-9887-49D97A660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5FB970-F679-4414-BE2D-EAA489EA851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130" y="3158791"/>
            <a:ext cx="649016" cy="10551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C76068-A49F-46C0-98A1-737C3A4BA78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631" y="2816378"/>
            <a:ext cx="512167" cy="8326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4D991F-9E1D-4034-BDC3-6F8B171DFB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50" y="2853701"/>
            <a:ext cx="512167" cy="8326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273891-4A7F-4C9F-900A-892990EB7F5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980" y="3686365"/>
            <a:ext cx="1700772" cy="2765058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0F2CDAF6-B6A8-4E15-AB80-93CB8A1F4958}"/>
              </a:ext>
            </a:extLst>
          </p:cNvPr>
          <p:cNvSpPr/>
          <p:nvPr/>
        </p:nvSpPr>
        <p:spPr>
          <a:xfrm>
            <a:off x="57879" y="2744853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46B968E-64F6-4083-9301-652BD0CEF940}"/>
              </a:ext>
            </a:extLst>
          </p:cNvPr>
          <p:cNvSpPr/>
          <p:nvPr/>
        </p:nvSpPr>
        <p:spPr>
          <a:xfrm>
            <a:off x="1767102" y="3270033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19D53C8-9B78-426F-B7E9-4EA6E51D930F}"/>
              </a:ext>
            </a:extLst>
          </p:cNvPr>
          <p:cNvSpPr/>
          <p:nvPr/>
        </p:nvSpPr>
        <p:spPr>
          <a:xfrm>
            <a:off x="6096000" y="5268383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9EE112F-BEC4-4AC6-A0E0-5348F96B44BF}"/>
              </a:ext>
            </a:extLst>
          </p:cNvPr>
          <p:cNvSpPr/>
          <p:nvPr/>
        </p:nvSpPr>
        <p:spPr>
          <a:xfrm>
            <a:off x="3225649" y="2909268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77A1BEF-8597-422C-A25C-83DB39E994A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075" y="2789561"/>
            <a:ext cx="512167" cy="832664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4A5FAF59-6695-4482-8692-ECEF4A3B6F54}"/>
              </a:ext>
            </a:extLst>
          </p:cNvPr>
          <p:cNvSpPr/>
          <p:nvPr/>
        </p:nvSpPr>
        <p:spPr>
          <a:xfrm>
            <a:off x="2715223" y="3598862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B1AB945-BA6C-4123-AD83-3F0D22442EA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691" y="1437527"/>
            <a:ext cx="579926" cy="942824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26530893-E5F6-4D38-9F8A-7044D06BDCC5}"/>
              </a:ext>
            </a:extLst>
          </p:cNvPr>
          <p:cNvSpPr/>
          <p:nvPr/>
        </p:nvSpPr>
        <p:spPr>
          <a:xfrm>
            <a:off x="4156227" y="1594415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76342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C73EF-A44D-4F9A-9C4D-4674652E0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5136F1-3A48-4219-903C-C5F27E255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0" y="174625"/>
            <a:ext cx="12223750" cy="611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040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B921E-E185-4261-8C43-1BF70617E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B3979F-42C4-4AA5-8547-A3438F1382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253" y="-4665"/>
            <a:ext cx="9150220" cy="68626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9F5A3D-6E2C-4884-B099-BA1E1ACA16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812" y="5891631"/>
            <a:ext cx="471733" cy="76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471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B921E-E185-4261-8C43-1BF70617E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B3979F-42C4-4AA5-8547-A3438F1382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253" y="-4665"/>
            <a:ext cx="9150220" cy="68626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9F5A3D-6E2C-4884-B099-BA1E1ACA16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812" y="5891631"/>
            <a:ext cx="471733" cy="76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054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B921E-E185-4261-8C43-1BF70617E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B3979F-42C4-4AA5-8547-A3438F1382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253" y="-4665"/>
            <a:ext cx="9150220" cy="68626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9F5A3D-6E2C-4884-B099-BA1E1ACA16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812" y="5891631"/>
            <a:ext cx="471733" cy="76692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1E24D0BC-7095-4C74-B115-0EB4424BE75C}"/>
              </a:ext>
            </a:extLst>
          </p:cNvPr>
          <p:cNvSpPr/>
          <p:nvPr/>
        </p:nvSpPr>
        <p:spPr>
          <a:xfrm>
            <a:off x="7149579" y="5807641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792399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1FB2D-5214-46F7-BCC1-00D56F5C7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DE9CE4-DD47-4508-AE3B-FB69775D83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88" y="4192"/>
            <a:ext cx="10280712" cy="68538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BDF946-2CDE-4576-A846-9D2D643B9AA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383" y="4406426"/>
            <a:ext cx="631711" cy="10270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914483-9111-449A-9C39-F19F812A9C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281" y="5113538"/>
            <a:ext cx="533207" cy="8668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5B399F-364F-429E-BBC8-9C1BD46BC4F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021" y="3100432"/>
            <a:ext cx="471733" cy="7669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23CDD7-9C86-4DAA-8869-7854229B787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312" y="138558"/>
            <a:ext cx="368005" cy="5982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CCFB4B-003B-4843-A4E6-90603FD6019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012" y="2663300"/>
            <a:ext cx="323086" cy="5252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D8B851-584F-4FD0-B5BC-3D1EE6CB677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66964">
            <a:off x="2392712" y="945967"/>
            <a:ext cx="471733" cy="76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014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1FB2D-5214-46F7-BCC1-00D56F5C7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DE9CE4-DD47-4508-AE3B-FB69775D83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88" y="4192"/>
            <a:ext cx="10280712" cy="68538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BDF946-2CDE-4576-A846-9D2D643B9AA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383" y="4406426"/>
            <a:ext cx="631711" cy="10270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914483-9111-449A-9C39-F19F812A9C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281" y="5113538"/>
            <a:ext cx="533207" cy="8668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5B399F-364F-429E-BBC8-9C1BD46BC4F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021" y="3100432"/>
            <a:ext cx="471733" cy="7669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23CDD7-9C86-4DAA-8869-7854229B787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312" y="138558"/>
            <a:ext cx="368005" cy="5982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CCFB4B-003B-4843-A4E6-90603FD6019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012" y="2663300"/>
            <a:ext cx="323086" cy="5252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CDA0C5-312A-4FE1-8944-CED461E4CC6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66964">
            <a:off x="2392712" y="945967"/>
            <a:ext cx="471733" cy="76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681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1FB2D-5214-46F7-BCC1-00D56F5C7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DE9CE4-DD47-4508-AE3B-FB69775D83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88" y="4192"/>
            <a:ext cx="10280712" cy="68538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BDF946-2CDE-4576-A846-9D2D643B9AA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383" y="4406426"/>
            <a:ext cx="631711" cy="10270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914483-9111-449A-9C39-F19F812A9C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281" y="5113538"/>
            <a:ext cx="533207" cy="8668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5B399F-364F-429E-BBC8-9C1BD46BC4F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021" y="3100432"/>
            <a:ext cx="471733" cy="7669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23CDD7-9C86-4DAA-8869-7854229B787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312" y="138558"/>
            <a:ext cx="368005" cy="5982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CCFB4B-003B-4843-A4E6-90603FD6019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012" y="2663300"/>
            <a:ext cx="323086" cy="52526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14C6D21-7045-4D10-B42A-41F7B4F1FED4}"/>
              </a:ext>
            </a:extLst>
          </p:cNvPr>
          <p:cNvSpPr/>
          <p:nvPr/>
        </p:nvSpPr>
        <p:spPr>
          <a:xfrm>
            <a:off x="5815012" y="5283859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7DE2384-C8EB-4B08-AE1F-841AF5882C97}"/>
              </a:ext>
            </a:extLst>
          </p:cNvPr>
          <p:cNvSpPr/>
          <p:nvPr/>
        </p:nvSpPr>
        <p:spPr>
          <a:xfrm>
            <a:off x="4094461" y="4588358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44ED3EB-7424-4DC5-8734-4C01AD8BE8AF}"/>
              </a:ext>
            </a:extLst>
          </p:cNvPr>
          <p:cNvSpPr/>
          <p:nvPr/>
        </p:nvSpPr>
        <p:spPr>
          <a:xfrm>
            <a:off x="3073608" y="3100432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8E5C712-90B5-4CE2-AB2D-9559FAB3C9F2}"/>
              </a:ext>
            </a:extLst>
          </p:cNvPr>
          <p:cNvSpPr/>
          <p:nvPr/>
        </p:nvSpPr>
        <p:spPr>
          <a:xfrm>
            <a:off x="4604887" y="0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27E4A67-CCF0-4C1F-8B66-B6809CCBAD9F}"/>
              </a:ext>
            </a:extLst>
          </p:cNvPr>
          <p:cNvSpPr/>
          <p:nvPr/>
        </p:nvSpPr>
        <p:spPr>
          <a:xfrm>
            <a:off x="5466128" y="2450154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8B36CF1-4B0C-4D36-9FC2-A0D36C76F8D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66964">
            <a:off x="2392712" y="945967"/>
            <a:ext cx="471733" cy="766927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7CB1C099-DC23-4988-983C-B4E5D1BDA6C2}"/>
              </a:ext>
            </a:extLst>
          </p:cNvPr>
          <p:cNvSpPr/>
          <p:nvPr/>
        </p:nvSpPr>
        <p:spPr>
          <a:xfrm>
            <a:off x="2118151" y="1001262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725316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AE581-34BD-4B8C-984A-0C4B862D1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D46BDB-964A-48EA-BDC6-1C62F962E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082" y="-4440"/>
            <a:ext cx="9144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2910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D69C6-FE1A-4184-ADAA-E9EECCC6C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568F7C-B214-400E-9FAD-CE87E46FB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93" y="2870"/>
            <a:ext cx="11237917" cy="68551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31F09E-9025-41A5-A5F6-3FE69952F31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849" y="1604865"/>
            <a:ext cx="432301" cy="7028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3E865D-4EA1-431F-B786-A875AEE6D79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590" y="3734450"/>
            <a:ext cx="576934" cy="93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1578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D69C6-FE1A-4184-ADAA-E9EECCC6C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568F7C-B214-400E-9FAD-CE87E46FB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93" y="2870"/>
            <a:ext cx="11237917" cy="68551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31F09E-9025-41A5-A5F6-3FE69952F31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849" y="1604865"/>
            <a:ext cx="432301" cy="7028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3E865D-4EA1-431F-B786-A875AEE6D79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590" y="3734450"/>
            <a:ext cx="576934" cy="93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8804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D69C6-FE1A-4184-ADAA-E9EECCC6C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568F7C-B214-400E-9FAD-CE87E46FB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93" y="2870"/>
            <a:ext cx="11237917" cy="68551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31F09E-9025-41A5-A5F6-3FE69952F31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849" y="1604865"/>
            <a:ext cx="432301" cy="7028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3E865D-4EA1-431F-B786-A875AEE6D79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590" y="3734450"/>
            <a:ext cx="576934" cy="937958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83696AF1-6171-4479-BB47-BE8DD3986538}"/>
              </a:ext>
            </a:extLst>
          </p:cNvPr>
          <p:cNvSpPr/>
          <p:nvPr/>
        </p:nvSpPr>
        <p:spPr>
          <a:xfrm>
            <a:off x="5585572" y="1662209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9904B12-0ABB-4330-8631-1B1D3AA7492F}"/>
              </a:ext>
            </a:extLst>
          </p:cNvPr>
          <p:cNvSpPr/>
          <p:nvPr/>
        </p:nvSpPr>
        <p:spPr>
          <a:xfrm>
            <a:off x="6906630" y="3846156"/>
            <a:ext cx="1020853" cy="1050359"/>
          </a:xfrm>
          <a:prstGeom prst="ellipse">
            <a:avLst/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41712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10377</TotalTime>
  <Words>0</Words>
  <Application>Microsoft Office PowerPoint</Application>
  <PresentationFormat>Widescreen</PresentationFormat>
  <Paragraphs>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Lissak, Shir (GE Healthcare)</dc:creator>
  <cp:lastModifiedBy>Lissak, Shir (GE Healthcare)</cp:lastModifiedBy>
  <cp:revision>15</cp:revision>
  <dcterms:created xsi:type="dcterms:W3CDTF">2020-08-05T11:36:02Z</dcterms:created>
  <dcterms:modified xsi:type="dcterms:W3CDTF">2020-09-04T17:12:31Z</dcterms:modified>
</cp:coreProperties>
</file>